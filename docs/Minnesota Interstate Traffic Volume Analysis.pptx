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716"/>
  </p:normalViewPr>
  <p:slideViewPr>
    <p:cSldViewPr snapToGrid="0">
      <p:cViewPr varScale="1">
        <p:scale>
          <a:sx n="103" d="100"/>
          <a:sy n="103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3/15/26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3/15/26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3/15/26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3/15/26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3/15/26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3/15/26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3/15/26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3/15/26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3/15/26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3/15/26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3/15/26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3/15/26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3/15/26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3/15/26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3/15/26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3/15/26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3/15/26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3/15/26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3ECAC-724E-1CBB-9FB1-766597D8CB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978" y="2099733"/>
            <a:ext cx="11219935" cy="1619651"/>
          </a:xfrm>
        </p:spPr>
        <p:txBody>
          <a:bodyPr/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Minnesota Interstate Traffic Volume Analysis</a:t>
            </a:r>
            <a:b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Intelligence Dashboard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2B1EB6-EC7D-26BF-0C68-FA87A3E006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48728" y="4019149"/>
            <a:ext cx="6419737" cy="861420"/>
          </a:xfrm>
        </p:spPr>
        <p:txBody>
          <a:bodyPr/>
          <a:lstStyle/>
          <a:p>
            <a:r>
              <a:rPr lang="en-US" dirty="0"/>
              <a:t>Name: NIRanjan K C</a:t>
            </a:r>
          </a:p>
          <a:p>
            <a:r>
              <a:rPr lang="en-US" dirty="0"/>
              <a:t>Towson University / Google BI certificate</a:t>
            </a:r>
          </a:p>
        </p:txBody>
      </p:sp>
    </p:spTree>
    <p:extLst>
      <p:ext uri="{BB962C8B-B14F-4D97-AF65-F5344CB8AC3E}">
        <p14:creationId xmlns:p14="http://schemas.microsoft.com/office/powerpoint/2010/main" val="3557471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89D0E-E8D4-0B09-FA42-ED4BF5B48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4D348-FA5A-339C-2D15-9B2E30CD72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977978"/>
            <a:ext cx="8825659" cy="304182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the monthly traffic patterns on Minnesota interstates?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traffic vary during different hours of the day?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 weather conditions affect traffic volume?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holidays show the highest traffic levels?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A41D58-1858-B56E-898B-E01E101E3B32}"/>
              </a:ext>
            </a:extLst>
          </p:cNvPr>
          <p:cNvSpPr txBox="1"/>
          <p:nvPr/>
        </p:nvSpPr>
        <p:spPr>
          <a:xfrm>
            <a:off x="1249375" y="4961002"/>
            <a:ext cx="969324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help transportation planners understand traffic behavior and identify peak traffic conditions.</a:t>
            </a:r>
          </a:p>
        </p:txBody>
      </p:sp>
    </p:spTree>
    <p:extLst>
      <p:ext uri="{BB962C8B-B14F-4D97-AF65-F5344CB8AC3E}">
        <p14:creationId xmlns:p14="http://schemas.microsoft.com/office/powerpoint/2010/main" val="2896164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64ADA-BECA-BB5E-3725-30FA64AB2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&amp; Visualization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9184F-730D-F022-BFAA-458065B39A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Minnesota Interstate Traffic Volume dataset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 used: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Tableau Public</a:t>
            </a: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dashboard with multiple charts including: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chart for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traffic trends.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Heatmap for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hourly traffic patterns.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chart for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impact on traffic.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Bubble chart for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holiday traffic analysis.</a:t>
            </a:r>
          </a:p>
          <a:p>
            <a:pPr marL="0" indent="0"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filters and interactive elements to explore patterns.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30F312-2466-E2EC-7979-8EA29D495D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1" y="2365829"/>
            <a:ext cx="5284490" cy="4198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028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CA551-3978-ED19-098C-908C7706B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 from the Dashboard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D6D74-3F50-5939-7AA6-6B2D2CE3DE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903838"/>
            <a:ext cx="8825659" cy="311596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volume generally peaks during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summer months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Rush hours (morning and evening)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 the highest traffic levels.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Certain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holidays like Labor Day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experience significantly higher traffic.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conditions such as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weather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tend to have higher traffic compared to heavy precipitation.</a:t>
            </a:r>
          </a:p>
        </p:txBody>
      </p:sp>
    </p:spTree>
    <p:extLst>
      <p:ext uri="{BB962C8B-B14F-4D97-AF65-F5344CB8AC3E}">
        <p14:creationId xmlns:p14="http://schemas.microsoft.com/office/powerpoint/2010/main" val="2713700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3514E-06CB-953F-EBE5-EEB54E255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64AF3-0467-0D16-F7DC-C59E326EF3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2830" y="3097771"/>
            <a:ext cx="8825659" cy="34163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Transportation planners can prepare for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summer traffic demand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Peak hour congestion may require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management strategies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Holiday travel periods may need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traffic monitoring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Weather-related alerts can help manage traffic safety.</a:t>
            </a:r>
          </a:p>
        </p:txBody>
      </p:sp>
    </p:spTree>
    <p:extLst>
      <p:ext uri="{BB962C8B-B14F-4D97-AF65-F5344CB8AC3E}">
        <p14:creationId xmlns:p14="http://schemas.microsoft.com/office/powerpoint/2010/main" val="12906055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16</TotalTime>
  <Words>225</Words>
  <Application>Microsoft Macintosh PowerPoint</Application>
  <PresentationFormat>Widescreen</PresentationFormat>
  <Paragraphs>32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Century Gothic</vt:lpstr>
      <vt:lpstr>Times New Roman</vt:lpstr>
      <vt:lpstr>Wingdings 3</vt:lpstr>
      <vt:lpstr>Ion Boardroom</vt:lpstr>
      <vt:lpstr>Minnesota Interstate Traffic Volume Analysis Business Intelligence Dashboard Presentation</vt:lpstr>
      <vt:lpstr>Business Question</vt:lpstr>
      <vt:lpstr>Data &amp; Visualization Methods</vt:lpstr>
      <vt:lpstr>Key Insights from the Dashboard</vt:lpstr>
      <vt:lpstr>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 C, Niranjan</dc:creator>
  <cp:lastModifiedBy>K C, Niranjan</cp:lastModifiedBy>
  <cp:revision>4</cp:revision>
  <dcterms:created xsi:type="dcterms:W3CDTF">2026-03-16T02:14:52Z</dcterms:created>
  <dcterms:modified xsi:type="dcterms:W3CDTF">2026-03-16T02:30:54Z</dcterms:modified>
</cp:coreProperties>
</file>